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146847886" r:id="rId4"/>
    <p:sldId id="2146847887" r:id="rId5"/>
    <p:sldId id="2146847875" r:id="rId6"/>
    <p:sldId id="2146847888" r:id="rId7"/>
    <p:sldId id="2146847870" r:id="rId8"/>
    <p:sldId id="2146847862" r:id="rId9"/>
    <p:sldId id="2146847884" r:id="rId10"/>
    <p:sldId id="2146847885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69663-A7D4-4BC9-8F89-32BA51B76897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4F127-D13C-411D-AF0F-62BF2B488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57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91404-8F45-0C4E-AFF3-C60695AC1F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43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91404-8F45-0C4E-AFF3-C60695AC1F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67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91404-8F45-0C4E-AFF3-C60695AC1F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68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91404-8F45-0C4E-AFF3-C60695AC1F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18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91404-8F45-0C4E-AFF3-C60695AC1F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C80F-B682-B1BB-B1C7-D3E684030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FE3BE-B506-4950-2A65-CA306F729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4D2BB-828B-E64F-DAF8-87856B4D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45DE8-8A4C-3D1A-44B0-3443E939C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8AE3-6414-35F8-C864-0172272F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9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9470-FD8C-CDE4-9D06-6710F6E84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D397F-0B9E-587C-6A15-C18F3D37E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B8FE1-7303-D975-A6F2-83F8DF54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F4A8A-2DB4-F206-CB2F-B9C3353D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E43AA-89E6-0008-B081-5F19D1E1A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6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74B95-AE88-2C1B-2606-67EF8507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6E46F-4615-839C-42F0-83765812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4018B-7804-DEB4-4D32-6CB16D98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E0C3F-6B6B-2D8B-2FFD-19411536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39147-A7FC-6F36-0450-E2700808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79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225D-5418-12E6-74F9-58FB6AC2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487CD-F36D-473E-60AB-D0636AAFA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019EC-6679-C4CF-CB3F-ADE13FD2B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20A63-4B54-24CB-1152-B63D5070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EF9EC-EF84-F624-750E-B7FF4D2F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0CAA5-75A6-84FE-9D67-E5E84AE5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85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797B9-901E-E214-F8C6-F7B31DB0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EB566-9021-95B4-6559-584ACAF59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7EFD6-A376-C6A3-24BC-77A2CB296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1BAFA-B70C-9FA8-DC86-D15076A92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2C93B2-60C9-C4DF-9736-449BE4112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A2505-FE98-CC11-7511-7D8D7DD9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4DBC50-CD4E-84A2-94ED-1C704E2E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F0CAB6-5B42-6C4C-AC0F-4FAEB943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39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5219-B4EE-F7E4-5A5B-27AA0D75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7C7177-9CF3-0DD5-49AE-1BE8F991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06067-DA61-F790-33BD-C2852BD00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49AAB-8C5C-4C53-560E-ED33BFFF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37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09F232-5236-6E84-47B9-3F85346E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E093A3-16B1-272F-3F87-2244B8C2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32E49-9756-0AFA-B88C-114A6455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1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2A7C-5ACF-6BBD-64C9-727EDD21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82C12-14F7-C05E-5D15-773497605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F2804-E9C8-7DEB-5400-83F827408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42E37-6536-F712-D959-2CEEAF3B3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C4AD7-D3DE-7418-3441-890A49FB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F04AE-71C4-6BC1-CC73-42A45F25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91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FAA81-736F-643A-30B0-26EE74D98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49984-6B2E-0B8C-48FF-7F30BB253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E05B8-480D-F061-D63B-FB02B495A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1C2DD-BB8F-3087-F15C-AA352232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3AC08-3A2D-A251-C375-7C0ED8D30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D540B-7722-7D18-5FA0-93C33948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3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FA2D-425C-A385-E1D7-2E68F9C9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69D14-E7C6-E7E6-42D0-D6552A3A2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1B4B6-9C84-E340-4F21-D0FF7B657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05F4C-8F62-A35B-C690-699BA9E9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9E860-A7D0-DCBC-D94A-E12D36E7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8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AA2E67-7BBA-C8D7-2E09-9F01F7CE8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EBE41-D90E-EE68-94D6-7BF86E726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FCBA4-BFCF-FF7B-7223-01666E49F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CBF94-1557-F429-22CA-3B14699B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C2F12-1E9D-F24C-7AB5-6984A4C3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00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50;p1">
            <a:extLst>
              <a:ext uri="{FF2B5EF4-FFF2-40B4-BE49-F238E27FC236}">
                <a16:creationId xmlns:a16="http://schemas.microsoft.com/office/drawing/2014/main" id="{D2F88EFE-4220-6F97-58FD-6A179DCE6D18}"/>
              </a:ext>
            </a:extLst>
          </p:cNvPr>
          <p:cNvSpPr/>
          <p:nvPr/>
        </p:nvSpPr>
        <p:spPr>
          <a:xfrm>
            <a:off x="304800" y="261575"/>
            <a:ext cx="11582400" cy="6334850"/>
          </a:xfrm>
          <a:prstGeom prst="roundRect">
            <a:avLst>
              <a:gd name="adj" fmla="val 1991"/>
            </a:avLst>
          </a:prstGeom>
          <a:solidFill>
            <a:srgbClr val="232C85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372;p3" descr="Рисунок 60">
            <a:extLst>
              <a:ext uri="{FF2B5EF4-FFF2-40B4-BE49-F238E27FC236}">
                <a16:creationId xmlns:a16="http://schemas.microsoft.com/office/drawing/2014/main" id="{D510B2B7-8167-F6F1-8B6B-0268BA042D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5148679" y="261575"/>
            <a:ext cx="6738521" cy="5727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10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8E6F0D15-97B8-32C9-B7E3-4F6BD48671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69" y="491760"/>
            <a:ext cx="3171811" cy="506381"/>
          </a:xfrm>
          <a:prstGeom prst="rect">
            <a:avLst/>
          </a:prstGeom>
        </p:spPr>
      </p:pic>
      <p:sp>
        <p:nvSpPr>
          <p:cNvPr id="13" name="object 10">
            <a:extLst>
              <a:ext uri="{FF2B5EF4-FFF2-40B4-BE49-F238E27FC236}">
                <a16:creationId xmlns:a16="http://schemas.microsoft.com/office/drawing/2014/main" id="{50D1555A-F107-E62D-0E55-0604C9BC6004}"/>
              </a:ext>
            </a:extLst>
          </p:cNvPr>
          <p:cNvSpPr txBox="1"/>
          <p:nvPr/>
        </p:nvSpPr>
        <p:spPr>
          <a:xfrm>
            <a:off x="6180155" y="6265929"/>
            <a:ext cx="54076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Aroania"/>
              </a:rPr>
              <a:t>Convert </a:t>
            </a:r>
            <a:r>
              <a:rPr kumimoji="0" sz="1400" b="0" i="0" u="none" strike="noStrike" kern="1200" cap="none" spc="-4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Aroania"/>
              </a:rPr>
              <a:t>Your </a:t>
            </a:r>
            <a:r>
              <a:rPr kumimoji="0" sz="1400" b="0" i="0" u="none" strike="noStrike" kern="1200" cap="none" spc="-80" normalizeH="0" baseline="0" noProof="0">
                <a:ln>
                  <a:noFill/>
                </a:ln>
                <a:solidFill>
                  <a:srgbClr val="009AFF"/>
                </a:solidFill>
                <a:effectLst/>
                <a:uLnTx/>
                <a:uFillTx/>
                <a:latin typeface="Montserrat" panose="00000500000000000000" pitchFamily="2" charset="0"/>
                <a:cs typeface="Aroania"/>
              </a:rPr>
              <a:t>Best </a:t>
            </a:r>
            <a:r>
              <a:rPr kumimoji="0" sz="1400" b="0" i="0" u="none" strike="noStrike" kern="1200" cap="none" spc="-30" normalizeH="0" baseline="0" noProof="0">
                <a:ln>
                  <a:noFill/>
                </a:ln>
                <a:solidFill>
                  <a:srgbClr val="009AFF"/>
                </a:solidFill>
                <a:effectLst/>
                <a:uLnTx/>
                <a:uFillTx/>
                <a:latin typeface="Montserrat" panose="00000500000000000000" pitchFamily="2" charset="0"/>
                <a:cs typeface="Aroania"/>
              </a:rPr>
              <a:t>Accounts</a:t>
            </a:r>
            <a:r>
              <a:rPr kumimoji="0" sz="1400" b="0" i="0" u="none" strike="noStrike" kern="1200" cap="none" spc="-235" normalizeH="0" baseline="0" noProof="0">
                <a:ln>
                  <a:noFill/>
                </a:ln>
                <a:solidFill>
                  <a:srgbClr val="009AFF"/>
                </a:solidFill>
                <a:effectLst/>
                <a:uLnTx/>
                <a:uFillTx/>
                <a:latin typeface="Montserrat" panose="00000500000000000000" pitchFamily="2" charset="0"/>
                <a:cs typeface="Aroania"/>
              </a:rPr>
              <a:t> </a:t>
            </a:r>
            <a:r>
              <a:rPr kumimoji="0" sz="1400" b="0" i="0" u="none" strike="noStrike" kern="1200" cap="none" spc="-60" normalizeH="0" baseline="0" noProof="0">
                <a:ln>
                  <a:noFill/>
                </a:ln>
                <a:solidFill>
                  <a:srgbClr val="009AFF"/>
                </a:solidFill>
                <a:effectLst/>
                <a:uLnTx/>
                <a:uFillTx/>
                <a:latin typeface="Montserrat" panose="00000500000000000000" pitchFamily="2" charset="0"/>
                <a:cs typeface="Aroania"/>
              </a:rPr>
              <a:t>Faster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cs typeface="Aroan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35450-46AB-1D00-F33B-AE1CB9301F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268" y="2366201"/>
            <a:ext cx="7032625" cy="884237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sz="4000">
                <a:latin typeface="+mn-lt"/>
              </a:rPr>
              <a:t>This is a Title Slide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083791-8869-CE7D-3AB5-AB2E590D08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3670073"/>
            <a:ext cx="7032625" cy="336665"/>
          </a:xfrm>
        </p:spPr>
        <p:txBody>
          <a:bodyPr anchor="ctr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92501-45C2-39E1-FF32-69FF3B8BCA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8" y="4173225"/>
            <a:ext cx="7032625" cy="465138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Additional content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CE024-5E9B-1477-DEF1-0509A37611CD}"/>
              </a:ext>
            </a:extLst>
          </p:cNvPr>
          <p:cNvSpPr txBox="1"/>
          <p:nvPr/>
        </p:nvSpPr>
        <p:spPr>
          <a:xfrm>
            <a:off x="398913" y="6247976"/>
            <a:ext cx="36333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Montserrat" panose="00000500000000000000" pitchFamily="50" charset="0"/>
              </a:rPr>
              <a:t>MADISON LOGIC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93252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4;p2">
            <a:extLst>
              <a:ext uri="{FF2B5EF4-FFF2-40B4-BE49-F238E27FC236}">
                <a16:creationId xmlns:a16="http://schemas.microsoft.com/office/drawing/2014/main" id="{2362ECD9-28D8-046F-AB8C-E2B42DF9CA92}"/>
              </a:ext>
            </a:extLst>
          </p:cNvPr>
          <p:cNvSpPr/>
          <p:nvPr/>
        </p:nvSpPr>
        <p:spPr>
          <a:xfrm>
            <a:off x="351037" y="457200"/>
            <a:ext cx="4580002" cy="5802313"/>
          </a:xfrm>
          <a:prstGeom prst="roundRect">
            <a:avLst>
              <a:gd name="adj" fmla="val 3870"/>
            </a:avLst>
          </a:prstGeom>
          <a:solidFill>
            <a:srgbClr val="232C85"/>
          </a:solidFill>
          <a:ln>
            <a:noFill/>
          </a:ln>
        </p:spPr>
        <p:txBody>
          <a:bodyPr spcFirstLastPara="1" wrap="square" lIns="45697" tIns="45697" rIns="45697" bIns="45697" anchor="ctr" anchorCtr="0">
            <a:noAutofit/>
          </a:bodyPr>
          <a:lstStyle/>
          <a:p>
            <a:pPr algn="ctr" defTabSz="914358">
              <a:buClr>
                <a:srgbClr val="FFFFFF"/>
              </a:buClr>
              <a:buSzPts val="1400"/>
            </a:pPr>
            <a:endParaRPr>
              <a:solidFill>
                <a:srgbClr val="FFFFFF"/>
              </a:solidFill>
            </a:endParaRPr>
          </a:p>
        </p:txBody>
      </p:sp>
      <p:pic>
        <p:nvPicPr>
          <p:cNvPr id="4" name="Google Shape;365;p2">
            <a:extLst>
              <a:ext uri="{FF2B5EF4-FFF2-40B4-BE49-F238E27FC236}">
                <a16:creationId xmlns:a16="http://schemas.microsoft.com/office/drawing/2014/main" id="{5DA4607E-00F6-108C-CEDD-A1076974995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080" y="2676946"/>
            <a:ext cx="4198331" cy="35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F769541-A3C5-DA56-2D65-F7FE21A3D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042" y="6176963"/>
            <a:ext cx="1947035" cy="59579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09D838-1DD0-778F-5E1B-BA76D431A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11338" y="457200"/>
            <a:ext cx="6329825" cy="5802313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B54504F-C55E-3830-BAD6-9FF8326617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0838" y="2593975"/>
            <a:ext cx="4579937" cy="7731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009FF-91EF-ED66-E7E9-EF4E4158D281}"/>
              </a:ext>
            </a:extLst>
          </p:cNvPr>
          <p:cNvSpPr txBox="1"/>
          <p:nvPr/>
        </p:nvSpPr>
        <p:spPr>
          <a:xfrm>
            <a:off x="319538" y="6351749"/>
            <a:ext cx="4700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Montserrat" panose="00000500000000000000" pitchFamily="50" charset="0"/>
              </a:rPr>
              <a:t>MADISON LOGIC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58517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31;g1011178bde0_0_0">
            <a:extLst>
              <a:ext uri="{FF2B5EF4-FFF2-40B4-BE49-F238E27FC236}">
                <a16:creationId xmlns:a16="http://schemas.microsoft.com/office/drawing/2014/main" id="{2E277072-4C2C-B59B-C42C-0BD0B2F55866}"/>
              </a:ext>
            </a:extLst>
          </p:cNvPr>
          <p:cNvSpPr/>
          <p:nvPr/>
        </p:nvSpPr>
        <p:spPr>
          <a:xfrm>
            <a:off x="428" y="241"/>
            <a:ext cx="6095572" cy="6857759"/>
          </a:xfrm>
          <a:prstGeom prst="roundRect">
            <a:avLst>
              <a:gd name="adj" fmla="val 0"/>
            </a:avLst>
          </a:prstGeom>
          <a:solidFill>
            <a:srgbClr val="262E81"/>
          </a:solidFill>
          <a:ln>
            <a:noFill/>
          </a:ln>
        </p:spPr>
        <p:txBody>
          <a:bodyPr spcFirstLastPara="1" wrap="square" lIns="45697" tIns="45697" rIns="45697" bIns="45697" anchor="ctr" anchorCtr="0">
            <a:noAutofit/>
          </a:bodyPr>
          <a:lstStyle/>
          <a:p>
            <a:pPr algn="ctr">
              <a:buClr>
                <a:srgbClr val="FFFFFF"/>
              </a:buClr>
              <a:buSzPts val="1400"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78269-7C3F-577C-9D98-DBDF9866B640}"/>
              </a:ext>
            </a:extLst>
          </p:cNvPr>
          <p:cNvSpPr txBox="1"/>
          <p:nvPr/>
        </p:nvSpPr>
        <p:spPr>
          <a:xfrm>
            <a:off x="319538" y="6351749"/>
            <a:ext cx="36333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Montserrat" panose="00000500000000000000" pitchFamily="50" charset="0"/>
              </a:rPr>
              <a:t>MADISON LOGIC CONFIDENTIAL. All rights reserved.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E06A58BA-A6F4-E65B-3293-77E2148983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" y="2996406"/>
            <a:ext cx="6096000" cy="8651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E9399B0-026D-B0FD-84FF-0112C6A538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42363" y="465138"/>
            <a:ext cx="5589299" cy="5837237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bject 20">
            <a:extLst>
              <a:ext uri="{FF2B5EF4-FFF2-40B4-BE49-F238E27FC236}">
                <a16:creationId xmlns:a16="http://schemas.microsoft.com/office/drawing/2014/main" id="{ADABB9F8-347B-555D-C5C2-18807E23847E}"/>
              </a:ext>
            </a:extLst>
          </p:cNvPr>
          <p:cNvSpPr/>
          <p:nvPr/>
        </p:nvSpPr>
        <p:spPr>
          <a:xfrm>
            <a:off x="10076775" y="6340572"/>
            <a:ext cx="1955525" cy="3137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554466">
              <a:defRPr/>
            </a:pPr>
            <a:endParaRPr sz="1092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366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3">
            <a:extLst>
              <a:ext uri="{FF2B5EF4-FFF2-40B4-BE49-F238E27FC236}">
                <a16:creationId xmlns:a16="http://schemas.microsoft.com/office/drawing/2014/main" id="{F0C8A3E3-37DD-4ECF-9305-59ACFD66CA92}"/>
              </a:ext>
            </a:extLst>
          </p:cNvPr>
          <p:cNvSpPr/>
          <p:nvPr/>
        </p:nvSpPr>
        <p:spPr>
          <a:xfrm>
            <a:off x="0" y="0"/>
            <a:ext cx="12192000" cy="1291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EC356-C91E-07AA-D5FA-E34A78AF0EEF}"/>
              </a:ext>
            </a:extLst>
          </p:cNvPr>
          <p:cNvSpPr txBox="1"/>
          <p:nvPr/>
        </p:nvSpPr>
        <p:spPr>
          <a:xfrm>
            <a:off x="319538" y="6351749"/>
            <a:ext cx="36428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Montserrat" panose="00000500000000000000" pitchFamily="50" charset="0"/>
              </a:rPr>
              <a:t>MADISON LOGIC CONFIDENTIAL. All rights reserved.</a:t>
            </a:r>
          </a:p>
        </p:txBody>
      </p:sp>
      <p:pic>
        <p:nvPicPr>
          <p:cNvPr id="2" name="Google Shape;734;g1011178bde0_0_0" descr="Google Shape;459;p1">
            <a:extLst>
              <a:ext uri="{FF2B5EF4-FFF2-40B4-BE49-F238E27FC236}">
                <a16:creationId xmlns:a16="http://schemas.microsoft.com/office/drawing/2014/main" id="{EE00AB39-A388-C95B-3597-7FD939CF9B4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76775" y="6335123"/>
            <a:ext cx="1954665" cy="31317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B19EBD7-9DED-484B-B923-A77CF51A1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9538" y="274638"/>
            <a:ext cx="11285087" cy="689638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59FBA9AE-A00A-4327-C8A8-BD6EFA7F10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9088" y="1579563"/>
            <a:ext cx="11712575" cy="4687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6869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BC81-7F5B-5C16-81A2-E171BCB9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object 20">
            <a:extLst>
              <a:ext uri="{FF2B5EF4-FFF2-40B4-BE49-F238E27FC236}">
                <a16:creationId xmlns:a16="http://schemas.microsoft.com/office/drawing/2014/main" id="{00DFEE32-F1FE-4563-A64C-482027F985D5}"/>
              </a:ext>
            </a:extLst>
          </p:cNvPr>
          <p:cNvSpPr/>
          <p:nvPr/>
        </p:nvSpPr>
        <p:spPr>
          <a:xfrm>
            <a:off x="10076775" y="6340572"/>
            <a:ext cx="1955525" cy="3137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554466">
              <a:defRPr/>
            </a:pPr>
            <a:endParaRPr sz="1092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86590-A902-2A34-1582-2FEC237ED0E1}"/>
              </a:ext>
            </a:extLst>
          </p:cNvPr>
          <p:cNvSpPr txBox="1"/>
          <p:nvPr/>
        </p:nvSpPr>
        <p:spPr>
          <a:xfrm>
            <a:off x="319538" y="6351749"/>
            <a:ext cx="36047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Montserrat" panose="00000500000000000000" pitchFamily="50" charset="0"/>
              </a:rPr>
              <a:t>MADISON LOGIC CONFIDENTIAL. All rights reserved.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6D500-B52C-D365-84DA-F039601B75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803400"/>
            <a:ext cx="10515600" cy="59055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oogle Shape;405;p4" descr="Рисунок 12">
            <a:extLst>
              <a:ext uri="{FF2B5EF4-FFF2-40B4-BE49-F238E27FC236}">
                <a16:creationId xmlns:a16="http://schemas.microsoft.com/office/drawing/2014/main" id="{09FE7831-C3AC-FE99-E20C-F2E748B42F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600" y="-18925"/>
            <a:ext cx="5608400" cy="43742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0876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Break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734;g1011178bde0_0_0" descr="Google Shape;459;p1">
            <a:extLst>
              <a:ext uri="{FF2B5EF4-FFF2-40B4-BE49-F238E27FC236}">
                <a16:creationId xmlns:a16="http://schemas.microsoft.com/office/drawing/2014/main" id="{130A5D57-B778-E7A2-75EC-95D49A57E8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48" y="413442"/>
            <a:ext cx="1954665" cy="31317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104E22A-27B4-C4FD-5BB3-C0E490F770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5745" y="4434508"/>
            <a:ext cx="7786255" cy="8651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2CB25-A2FF-13B2-2565-F71DE3C40ED1}"/>
              </a:ext>
            </a:extLst>
          </p:cNvPr>
          <p:cNvSpPr txBox="1"/>
          <p:nvPr/>
        </p:nvSpPr>
        <p:spPr>
          <a:xfrm>
            <a:off x="8482463" y="6351749"/>
            <a:ext cx="36428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Montserrat" panose="00000500000000000000" pitchFamily="50" charset="0"/>
              </a:rPr>
              <a:t>MADISON LOGIC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970541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Br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732;g1011178bde0_0_0" descr="Рисунок 7">
            <a:extLst>
              <a:ext uri="{FF2B5EF4-FFF2-40B4-BE49-F238E27FC236}">
                <a16:creationId xmlns:a16="http://schemas.microsoft.com/office/drawing/2014/main" id="{1B5DB0D7-2088-BE3C-C01D-7062635FCA2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8545" y="28304"/>
            <a:ext cx="5614348" cy="477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34;g1011178bde0_0_0" descr="Google Shape;459;p1">
            <a:extLst>
              <a:ext uri="{FF2B5EF4-FFF2-40B4-BE49-F238E27FC236}">
                <a16:creationId xmlns:a16="http://schemas.microsoft.com/office/drawing/2014/main" id="{76B0E373-5A51-EF6A-8107-1BE9A04884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0045" y="6265602"/>
            <a:ext cx="1954665" cy="31317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C2881-E7B0-4EDB-B801-4A6FCF573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38" y="3657600"/>
            <a:ext cx="12176125" cy="1143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B7BCE2-C952-537E-3AC7-67196C1ADA69}"/>
              </a:ext>
            </a:extLst>
          </p:cNvPr>
          <p:cNvSpPr txBox="1"/>
          <p:nvPr/>
        </p:nvSpPr>
        <p:spPr>
          <a:xfrm>
            <a:off x="319538" y="6351749"/>
            <a:ext cx="36333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Montserrat" panose="00000500000000000000" pitchFamily="50" charset="0"/>
              </a:rPr>
              <a:t>MADISON LOGIC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42377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31;g1011178bde0_0_0">
            <a:extLst>
              <a:ext uri="{FF2B5EF4-FFF2-40B4-BE49-F238E27FC236}">
                <a16:creationId xmlns:a16="http://schemas.microsoft.com/office/drawing/2014/main" id="{2E277072-4C2C-B59B-C42C-0BD0B2F55866}"/>
              </a:ext>
            </a:extLst>
          </p:cNvPr>
          <p:cNvSpPr/>
          <p:nvPr userDrawn="1"/>
        </p:nvSpPr>
        <p:spPr>
          <a:xfrm>
            <a:off x="428" y="241"/>
            <a:ext cx="6095572" cy="6857759"/>
          </a:xfrm>
          <a:prstGeom prst="roundRect">
            <a:avLst>
              <a:gd name="adj" fmla="val 0"/>
            </a:avLst>
          </a:prstGeom>
          <a:solidFill>
            <a:srgbClr val="262E81"/>
          </a:solidFill>
          <a:ln>
            <a:noFill/>
          </a:ln>
        </p:spPr>
        <p:txBody>
          <a:bodyPr spcFirstLastPara="1" wrap="square" lIns="45697" tIns="45697" rIns="45697" bIns="45697" anchor="ctr" anchorCtr="0">
            <a:noAutofit/>
          </a:bodyPr>
          <a:lstStyle/>
          <a:p>
            <a:pPr algn="ctr">
              <a:buClr>
                <a:srgbClr val="FFFFFF"/>
              </a:buClr>
              <a:buSzPts val="1400"/>
            </a:pPr>
            <a:endParaRPr>
              <a:solidFill>
                <a:srgbClr val="FFFFFF"/>
              </a:solidFill>
            </a:endParaRPr>
          </a:p>
        </p:txBody>
      </p:sp>
      <p:pic>
        <p:nvPicPr>
          <p:cNvPr id="9" name="Picture 8" descr="A picture containing text, device, meter, gauge&#10;&#10;Description automatically generated">
            <a:extLst>
              <a:ext uri="{FF2B5EF4-FFF2-40B4-BE49-F238E27FC236}">
                <a16:creationId xmlns:a16="http://schemas.microsoft.com/office/drawing/2014/main" id="{28937AC7-3606-8A93-1911-448A657C8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0689"/>
            <a:ext cx="6095998" cy="3428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E78269-7C3F-577C-9D98-DBDF9866B640}"/>
              </a:ext>
            </a:extLst>
          </p:cNvPr>
          <p:cNvSpPr txBox="1"/>
          <p:nvPr userDrawn="1"/>
        </p:nvSpPr>
        <p:spPr>
          <a:xfrm>
            <a:off x="319538" y="6351749"/>
            <a:ext cx="37095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Montserrat" panose="00000500000000000000" pitchFamily="50" charset="0"/>
              </a:rPr>
              <a:t>MADISON LOGIC CONFIDENTIAL. All rights reserved.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C0B4F0-F763-7A25-C0FD-7FA45C65B7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71638"/>
            <a:ext cx="6096000" cy="8651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71E82D-5346-11F5-D6A6-6E6F62A962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42363" y="465138"/>
            <a:ext cx="5589299" cy="5837237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object 20">
            <a:extLst>
              <a:ext uri="{FF2B5EF4-FFF2-40B4-BE49-F238E27FC236}">
                <a16:creationId xmlns:a16="http://schemas.microsoft.com/office/drawing/2014/main" id="{29D8D6B2-CA4E-4CC7-209E-C7EEB8BC32E7}"/>
              </a:ext>
            </a:extLst>
          </p:cNvPr>
          <p:cNvSpPr/>
          <p:nvPr userDrawn="1"/>
        </p:nvSpPr>
        <p:spPr>
          <a:xfrm>
            <a:off x="10076775" y="6340572"/>
            <a:ext cx="1955525" cy="3137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554466">
              <a:defRPr/>
            </a:pPr>
            <a:endParaRPr sz="1092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6163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732;g1011178bde0_0_0" descr="Рисунок 7">
            <a:extLst>
              <a:ext uri="{FF2B5EF4-FFF2-40B4-BE49-F238E27FC236}">
                <a16:creationId xmlns:a16="http://schemas.microsoft.com/office/drawing/2014/main" id="{CC52B05E-A60D-323B-A1C3-86D09D82573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571270" y="9351"/>
            <a:ext cx="5614348" cy="477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34;g1011178bde0_0_0" descr="Google Shape;459;p1">
            <a:extLst>
              <a:ext uri="{FF2B5EF4-FFF2-40B4-BE49-F238E27FC236}">
                <a16:creationId xmlns:a16="http://schemas.microsoft.com/office/drawing/2014/main" id="{76B0E373-5A51-EF6A-8107-1BE9A04884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0045" y="6265602"/>
            <a:ext cx="1954665" cy="31317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D28C94EB-F974-38E2-D66B-FC7C99F94C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9538" y="274638"/>
            <a:ext cx="11285087" cy="689638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Your Team Headline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DC31F1-71A5-3351-DCDB-81A1564F1E6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763000" y="2286000"/>
            <a:ext cx="1828800" cy="182880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0911CF29-AD97-F69E-2B40-09289111741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657600" y="2286000"/>
            <a:ext cx="1828800" cy="182880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C57A5E74-817E-6F2A-630E-185B865941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0300" y="2286000"/>
            <a:ext cx="1828800" cy="182880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E800F39E-63B9-89F7-B6F0-7B7FED5A070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04900" y="2257425"/>
            <a:ext cx="1828800" cy="182880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3E423FD-6C72-BF92-A55E-BF1ABDB66C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4900" y="4210050"/>
            <a:ext cx="1828800" cy="295275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002B9DA-683A-9202-0023-F0CCD6F86D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4900" y="4600575"/>
            <a:ext cx="1828800" cy="38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0"/>
              <a:t>Title</a:t>
            </a:r>
            <a:endParaRPr lang="en-US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9CAFE42-F851-2D70-A1C7-034DB05B26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210050"/>
            <a:ext cx="1828800" cy="295275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CD6A6551-C706-F77B-D38F-B6C95BEF1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57600" y="4600575"/>
            <a:ext cx="1828800" cy="38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0"/>
              <a:t>Title</a:t>
            </a:r>
            <a:endParaRPr lang="en-US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0EB6B899-749B-E210-D587-75B7A83FB5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0300" y="4210050"/>
            <a:ext cx="1828800" cy="295275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1435A58C-3861-C5BF-96A5-5D126DD37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0300" y="4600575"/>
            <a:ext cx="1828800" cy="38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0"/>
              <a:t>Title</a:t>
            </a:r>
            <a:endParaRPr lang="en-US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E0EFE778-BF84-6322-5A64-BBA6FAA842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3000" y="4210050"/>
            <a:ext cx="1828800" cy="295275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620FF29-CFC1-4F0A-C421-4E1D2490E8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3000" y="4600575"/>
            <a:ext cx="1828800" cy="38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0"/>
              <a:t>Title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C957F-5D12-A7C9-69FE-8240D48A5176}"/>
              </a:ext>
            </a:extLst>
          </p:cNvPr>
          <p:cNvSpPr txBox="1"/>
          <p:nvPr/>
        </p:nvSpPr>
        <p:spPr>
          <a:xfrm>
            <a:off x="319538" y="6351749"/>
            <a:ext cx="36333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Montserrat" panose="00000500000000000000" pitchFamily="50" charset="0"/>
              </a:rPr>
              <a:t>MADISON LOGIC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1033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EE7003-E3F5-3869-DB18-C04CFFB8E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501C5-EE0D-BF7A-6619-57CFF118B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54613-3DF6-2C8A-483F-B7B79B1A5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3163E-F649-4DB5-8064-529B49A45158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2917D-2A8B-CC77-4021-A1FCC6FBB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CC5FA-FEE8-285D-A117-B3344228F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97B5D-7784-481A-8005-01EFD7A8D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4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16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8339E-9EC7-5838-B8E4-98C0851083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456" y="457200"/>
            <a:ext cx="4599708" cy="58023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67859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2350FE-E3E1-39DE-E918-059F94F480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A49F7-DC0D-11E3-1270-9D74D91968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67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511DF7-3DC0-0054-5D77-5DC06296DE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F5C42-0046-A427-552A-A83234A8912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81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73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0D37-8825-EDCC-05EA-2549040A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D6FC4-AA63-1986-BA73-65EC341F9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1D73A-29A1-EDF2-E281-0BC5D2DB09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A2AB7-0F21-DD0C-46F3-4B7E76E48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1BE90-DC00-CDDC-DA63-6F6A328A028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97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4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286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DAC970-0E90-9579-BB47-D4AA155BAE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65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9B37EF-5EEF-D63F-2E21-4470D7E9CF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090DF-6FAE-A754-AAC9-5D0E71838F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53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3321549-BDDA-C0F8-131E-3A6EC39A14F4}"/>
              </a:ext>
            </a:extLst>
          </p:cNvPr>
          <p:cNvSpPr txBox="1">
            <a:spLocks/>
          </p:cNvSpPr>
          <p:nvPr/>
        </p:nvSpPr>
        <p:spPr>
          <a:xfrm>
            <a:off x="0" y="3004884"/>
            <a:ext cx="12192000" cy="84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Calibri"/>
              <a:buNone/>
              <a:defRPr sz="4000" b="0" i="0" u="none" strike="noStrike" cap="none">
                <a:solidFill>
                  <a:schemeClr val="bg1"/>
                </a:solidFill>
                <a:latin typeface="Montserrat" panose="00000500000000000000" pitchFamily="50" charset="0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1D1D1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1D1D1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1D1D1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1D1D1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1D1D1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1D1D1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1D1D1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1D1D1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Calibri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 panose="00000A00000000000000" pitchFamily="2" charset="0"/>
                <a:sym typeface="Calibri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55125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8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Montserrat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Majumdar</dc:creator>
  <cp:lastModifiedBy>Ritesh Majumdar</cp:lastModifiedBy>
  <cp:revision>1</cp:revision>
  <dcterms:created xsi:type="dcterms:W3CDTF">2026-07-05T16:04:41Z</dcterms:created>
  <dcterms:modified xsi:type="dcterms:W3CDTF">2026-07-05T16:04:52Z</dcterms:modified>
</cp:coreProperties>
</file>